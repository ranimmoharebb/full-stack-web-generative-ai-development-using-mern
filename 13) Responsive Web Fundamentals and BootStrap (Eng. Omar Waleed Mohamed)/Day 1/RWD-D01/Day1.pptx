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0" r:id="rId4"/>
    <p:sldId id="281" r:id="rId5"/>
    <p:sldId id="282" r:id="rId6"/>
    <p:sldId id="283" r:id="rId7"/>
    <p:sldId id="285" r:id="rId8"/>
    <p:sldId id="284" r:id="rId9"/>
    <p:sldId id="279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96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135FAE-47C0-4BC8-935F-45FDBB12D6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412674-96B2-4886-8558-ED5FB3F6CE70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ethanmarcotte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Responsive Web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reestyle Script" panose="030804020302050B0404" pitchFamily="66" charset="0"/>
              </a:rPr>
              <a:t>Eng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Freestyle Script" panose="030804020302050B0404" pitchFamily="66" charset="0"/>
              </a:rPr>
              <a:t>/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reestyle Script" panose="030804020302050B0404" pitchFamily="66" charset="0"/>
              </a:rPr>
              <a:t>Ryhab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Freestyle Script" panose="030804020302050B0404" pitchFamily="66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reestyle Script" panose="030804020302050B0404" pitchFamily="66" charset="0"/>
              </a:rPr>
              <a:t>farouq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Freestyle Script" panose="030804020302050B04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RWD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</a:rPr>
              <a:t>Responsive design teams create a single site to support many devices, but need to consider content, design and performance across devices to ensure usability</a:t>
            </a:r>
            <a:r>
              <a:rPr lang="en-US" sz="1800" b="0" i="0" dirty="0">
                <a:solidFill>
                  <a:srgbClr val="333333"/>
                </a:solidFill>
                <a:effectLst/>
              </a:rPr>
              <a:t>.</a:t>
            </a:r>
            <a:endParaRPr lang="en-US" sz="1800" b="0" i="0" dirty="0">
              <a:solidFill>
                <a:srgbClr val="333333"/>
              </a:solidFill>
              <a:effectLst/>
            </a:endParaRPr>
          </a:p>
          <a:p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38" y="2836296"/>
            <a:ext cx="11661732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Responsive Web Design was first introduced by Ethan Marcotte in 2009.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1"/>
              </a:rPr>
              <a:t>Welcome to Ethan Marcotte’s website — Ethan Marcotte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Think responsively.. Think Mobile First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Viewport is defined area to display website independent on device screen.</a:t>
            </a:r>
            <a:endParaRPr lang="en-US" dirty="0"/>
          </a:p>
          <a:p>
            <a:r>
              <a:rPr lang="en-US" dirty="0"/>
              <a:t>Identify and control viewport and its initial scale factor to override </a:t>
            </a:r>
            <a:r>
              <a:rPr lang="en-US" dirty="0" err="1"/>
              <a:t>useragent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Responsive design </a:t>
            </a:r>
            <a:r>
              <a:rPr lang="en-US" sz="2400" dirty="0"/>
              <a:t>is where website isn’t fixed with single size, It responds to users’ device automatically 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Adaptive design </a:t>
            </a:r>
            <a:r>
              <a:rPr lang="en-US" sz="2400" dirty="0"/>
              <a:t>is where created website redesign itself as per the device size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Negative space </a:t>
            </a:r>
            <a:r>
              <a:rPr lang="en-US" sz="2400" dirty="0"/>
              <a:t>is empty space between elements to it more readable &amp; standout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▻ padding or margins are great strategy to create it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Layout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1788" y="2009775"/>
            <a:ext cx="904875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RWD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Flexbox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Grid system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Media queries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Responsive frameworks ‘bootstrap’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Flexbox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dimensional layout model 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Flexible and efficient layouts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Distribute space among items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Control their alignment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Flexbox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lot of flexibility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Arrange items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Spacing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Alignment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of items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Bootstrap is built on top of the flex layout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container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items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265997"/>
            <a:ext cx="3520745" cy="1394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11" y="4080841"/>
            <a:ext cx="3939881" cy="17679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 Axes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 axis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Cross axis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2743200"/>
            <a:ext cx="9997440" cy="3494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Container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Flex-direction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Flex-wrap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Justify-content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Align-items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Align-content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Gap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either a block level or inline level flex container.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Inline-flex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Flex-direction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the direction of the main axis.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Row-reverse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Column-reverse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373" y="2407850"/>
            <a:ext cx="5406307" cy="25499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Flex-wrap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wrapping of flex items within the container.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Nowrap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Wrap-reverse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push the last item above instead of below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31" y="3667043"/>
            <a:ext cx="4710558" cy="24765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flex-direction and flex-wrap.</a:t>
            </a:r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r>
              <a:rPr lang="en-US" dirty="0"/>
              <a:t>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flex-direction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flex-wrap</a:t>
            </a:r>
            <a:r>
              <a:rPr lang="en-US" dirty="0"/>
              <a:t>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the Default is row </a:t>
            </a:r>
            <a:r>
              <a:rPr lang="en-US" dirty="0" err="1">
                <a:sym typeface="Wingdings" panose="05000000000000000000" pitchFamily="2" charset="2"/>
              </a:rPr>
              <a:t>nowrap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Justify-content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and distribute any extra spacing in the parent container.</a:t>
            </a:r>
            <a:endParaRPr lang="en-US" dirty="0"/>
          </a:p>
          <a:p>
            <a:r>
              <a:rPr lang="en-US" dirty="0"/>
              <a:t>The alignment is always along the main axis.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Space-evenly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463" y="2115785"/>
            <a:ext cx="2883217" cy="38616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Align-Items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along the cross axis.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Baseline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35" y="1845734"/>
            <a:ext cx="3520745" cy="44047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Aligns lines of content along the cross axis and distribute any extra spacing in the parent container 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Space-evenly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532" y="2274359"/>
            <a:ext cx="2869148" cy="38961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gap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row column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99" y="1930897"/>
            <a:ext cx="5746581" cy="40465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Items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Flex-grow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Flex-shrink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Flex-basis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Align-self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order of items in the flex container .</a:t>
            </a:r>
            <a:endParaRPr lang="en-US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is the default value 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010" y="2066648"/>
            <a:ext cx="4136670" cy="35815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Flex-Grow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what amount of the available space inside the flex container the items should take up.</a:t>
            </a:r>
            <a:endParaRPr lang="en-US" dirty="0"/>
          </a:p>
          <a:p>
            <a:r>
              <a:rPr lang="en-US" dirty="0"/>
              <a:t>Relative to other items in the container.</a:t>
            </a:r>
            <a:endParaRPr lang="en-US" dirty="0"/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534" y="2909821"/>
            <a:ext cx="5674146" cy="25051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Flex-Shrink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the shrink factor of the flex items when the default size of flex items is larger than the flex container .</a:t>
            </a:r>
            <a:endParaRPr lang="en-US" dirty="0"/>
          </a:p>
          <a:p>
            <a:r>
              <a:rPr lang="en-US" dirty="0"/>
              <a:t>Relative to other items in the container in case of increasing shrink .</a:t>
            </a:r>
            <a:endParaRPr lang="en-US" dirty="0"/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dirty="0"/>
              <a:t> 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Flex-Basis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initial size of flex items.</a:t>
            </a:r>
            <a:endParaRPr lang="en-US" dirty="0"/>
          </a:p>
          <a:p>
            <a:r>
              <a:rPr lang="en-US" dirty="0"/>
              <a:t>It accepts pixels , percentages or relative units 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flex-grow , flex-shrink and flex-basis .</a:t>
            </a:r>
            <a:endParaRPr lang="en-US" dirty="0"/>
          </a:p>
          <a:p>
            <a:r>
              <a:rPr lang="en-US" dirty="0"/>
              <a:t>Flex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flex-grow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flex-shrink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flex-basis</a:t>
            </a:r>
            <a:r>
              <a:rPr lang="en-US" dirty="0"/>
              <a:t>&gt; 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individually .</a:t>
            </a:r>
            <a:endParaRPr lang="en-US" dirty="0"/>
          </a:p>
          <a:p>
            <a:r>
              <a:rPr lang="en-US" dirty="0"/>
              <a:t>Overrides the align-items value of the flex container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Auto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8" y="2834347"/>
            <a:ext cx="4863032" cy="26234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Task_One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48976"/>
            <a:ext cx="10058400" cy="435688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484664"/>
            <a:ext cx="10058400" cy="36859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Task_Two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41" y="2254685"/>
            <a:ext cx="8605380" cy="3294345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Task_Three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767" y="1846263"/>
            <a:ext cx="8751531" cy="402272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3246</Words>
  <Application>WPS Presentation</Application>
  <PresentationFormat>Widescreen</PresentationFormat>
  <Paragraphs>205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Freestyle Script</vt:lpstr>
      <vt:lpstr>Mongolian Baiti</vt:lpstr>
      <vt:lpstr>Calibri Light</vt:lpstr>
      <vt:lpstr>Microsoft YaHei</vt:lpstr>
      <vt:lpstr>Arial Unicode MS</vt:lpstr>
      <vt:lpstr>Retrospect</vt:lpstr>
      <vt:lpstr>Responsive Web Design</vt:lpstr>
      <vt:lpstr>Meaning of RWD</vt:lpstr>
      <vt:lpstr>RWD</vt:lpstr>
      <vt:lpstr>Viewport</vt:lpstr>
      <vt:lpstr>Terminologies</vt:lpstr>
      <vt:lpstr>Web Layout</vt:lpstr>
      <vt:lpstr>RWD Fundamentals</vt:lpstr>
      <vt:lpstr>Flexbox</vt:lpstr>
      <vt:lpstr>Flexbox</vt:lpstr>
      <vt:lpstr>Why Flexbox ?</vt:lpstr>
      <vt:lpstr>Terminology</vt:lpstr>
      <vt:lpstr>Flexbox Axes</vt:lpstr>
      <vt:lpstr>Flex Container Properties</vt:lpstr>
      <vt:lpstr>Display</vt:lpstr>
      <vt:lpstr>Flex-direction</vt:lpstr>
      <vt:lpstr>Flex-wrap</vt:lpstr>
      <vt:lpstr>Flex-flow</vt:lpstr>
      <vt:lpstr>Justify-content</vt:lpstr>
      <vt:lpstr>Align-Items</vt:lpstr>
      <vt:lpstr>Align-Content</vt:lpstr>
      <vt:lpstr>Gap</vt:lpstr>
      <vt:lpstr>Flex Items Properties</vt:lpstr>
      <vt:lpstr>Order </vt:lpstr>
      <vt:lpstr>Flex-Grow</vt:lpstr>
      <vt:lpstr>Flex-Shrink</vt:lpstr>
      <vt:lpstr>Flex-Basis</vt:lpstr>
      <vt:lpstr>Flex</vt:lpstr>
      <vt:lpstr>Align-Self</vt:lpstr>
      <vt:lpstr>Task_One </vt:lpstr>
      <vt:lpstr>Task_Two</vt:lpstr>
      <vt:lpstr>Task_Three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Hp</dc:creator>
  <cp:lastModifiedBy>omarw</cp:lastModifiedBy>
  <cp:revision>18</cp:revision>
  <dcterms:created xsi:type="dcterms:W3CDTF">2022-04-25T07:27:00Z</dcterms:created>
  <dcterms:modified xsi:type="dcterms:W3CDTF">2025-08-25T09:09:38Z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27A5EC8FAFF24BBB956D847A178C3F9A_12</vt:lpwstr>
  </property>
  <property fmtid="{D5CDD505-2E9C-101B-9397-08002B2CF9AE}" pid="3" name="KSOProductBuildVer">
    <vt:lpwstr>1033-12.2.0.22530</vt:lpwstr>
  </property>
</Properties>
</file>